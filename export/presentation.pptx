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10B981"/>
                </a:solidFill>
              </a:defRPr>
            </a:pPr>
            <a:r>
              <a:t>«НарядAI»</a:t>
            </a:r>
          </a:p>
          <a:p>
            <a:pPr>
              <a:spcAft>
                <a:spcPts val="1600"/>
              </a:spcAft>
              <a:defRPr sz="2800" b="1">
                <a:solidFill>
                  <a:srgbClr val="F8FAFC"/>
                </a:solidFill>
              </a:defRPr>
            </a:pPr>
            <a:r>
              <a:t>Наряд выдан — ИИ на контроле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Интеллектуальная система выдачи, сопровождения и аналитики нарядов на ТОиР</a:t>
            </a:r>
            <a:br/>
            <a:r>
              <a:t>для АО «Костанайские Минералы» (Qostanai Industry Hackathon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9E0B"/>
                </a:solidFill>
              </a:defRPr>
            </a:pPr>
            <a:r>
              <a:t>Команда: «НарядAI» • MVP: Web PWA, Android APK, FastAPI On-Premise, 0$ Cloud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«НАРЯДAI» • АО «КОСТАНАЙСКИЕ МИНЕРАЛЫ» • СЛАЙД 2/10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Проблематика ТОиР: Почему текущий процесс теряет время и ресурсы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Анализ узких мест при выдаче и контроле ремонтов на обогатительной фабрике и карьерах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Потери времени (40+ мин)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Наряды выдаются устно, по рации или на бумаге.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Мастер не видит статуса в реальном времени.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Слесари тратят до 40 минут смены на согласования и поиск деталей.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Простои критического оборудования затягиваются.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Недостоверность и брак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Фотоотчёты присылаются в WhatsApp или не делаются вовсе.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Риск сдачи чужих фото или фото из архива.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Повторные поломки узлов сразу после ремонта (до 70% у отдельных слесарей).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Нет объективной истории дефектов.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Слепая зона руководства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Списание ТМЦ не сверяется с технологическими нормами.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Перерасход запчастей на 30–50% остаётся незамеченным.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Ручной сбор сменного рапорта занимает 1–2 часа после смены.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Отсутствие прозрачного рейтинга бригад.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«НАРЯДAI» • АО «КОСТАНАЙСКИЕ МИНЕРАЛЫ» • СЛАЙД 3/10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Решение: Сквозная цифровая экосистема «НарядAI»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Объединение исполнителей, мастеров смен и руководства в единый прозрачный контур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📱 Мобильный клиент (Слесарь)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Android APK и PWA для работы в цеху и на карьере.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Крупные кнопки (≥48px) для работы в перчатках.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Полный Offline-First: очередь действий при обрыве связи.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Фотофиксация «до/после» и списание ТМЦ в 2 клика.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Авто-экран ошибки сервера с быстрой сменой 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💻 Веб-панель (Мастер смены)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Живой Канбан со статусами нарядов и очередью.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Голосовой и текстовый ввод с ИИ-подсказкой кодов дефектов.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Контроль дедлайнов с цветовой индикацией и звуком.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Мгновенное переназначение отклонённых задач.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Демо-пресет «⚡ 1 минута» для презентации.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📊 Аналитика (Главный механик)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Детекция аномалий в 3-месячной истории поломок.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Выявление повторяющихся сбоев после планового ППР.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Сверка фактического списания ТМЦ с нормами (&gt;40%).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Авто-генерация сменного рапорта и расчет MTTR.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Объективный рейтинг слесарей и бригад (формула 6.6).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«НАРЯДAI» • АО «КОСТАНАЙСКИЕ МИНЕРАЛЫ» • СЛАЙД 4/10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Архитектура: 100% On-Premise, $0 затрат на облачные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Полная независимость от зарубежных облачных подписок, санкций и внешнего интернета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🔒 Инфраструктура и стек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Backend: Python 3.12+ / FastAPI / SQLAlchemy / Uvicorn.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Frontend: React 18 / TypeScript / Tailwind CSS (Single Page App).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Mobile: Capacitor 7 Android APK с нативным сервисом проверки связи.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База данных: SQLite (для демо/офлайн) и PostgreSQL 16 (production).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Docker Compose: развертывание в локальной сети ГОКа за 1 минуту.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Rate-Limiting: аппаратная защита от перебора 4-значных ПИН-кодов.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Безопасность: потоковая валидация Magic Bytes для фото (JPEG/PNG/WEBP).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💡 Принцип «Zero-Cost AI» (0$ затрат)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Никаких платных OpenAI / Claude API — предприятие не платит за токены.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Локальный TF-IDF + N-gram классификатор подсказки шифров дефектов.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Перцептивный dHash алгоритм выявления дубликатов и подделок фото.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Статистический аппарат доверительных интервалов и аномалий.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Работает автономно при полном обрыве внешнего интернета.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Соответствует требованиям ИБ ГОКа и закону о защите персональных данных РК.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«НАРЯДAI» • АО «КОСТАНАЙСКИЕ МИНЕРАЛЫ» • СЛАЙД 5/10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Жизненный цикл наряда: Конечный автомат (FSM) и Offline-Sync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10 строгих состояний процесса и гарантированная сохранность действий без связи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🔄 10 статусов жизненного цикла (Раздел 5)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1. created → Наряд создан мастером.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2. issued → Выдан назначенному слесарю.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3. accepted → Принят слесарем (зафиксировано время реакции).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4. in_progress → Взят в работу (запущен таймер).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5. paused → Приостановлен с указанием причины.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6. pending_review → Завершён с фото, отправлен на ИИ-проверку.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7. needs_rework → Забракован ИИ/мастером (отправлен на доработку).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8. approved → Успешно принят и закрыт мастером.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9. rejected → Отклонён слесарем (сразу виден мастеру для переназначения).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10. cancelled → Отменён мастером смены.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📶 Автономность в шахтах и экранированных цехах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Очередь офлайн-мутаций (offlineQueue): сохранение действий в LocalStorage.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Оптимистичное обновление UI: слесарь не ждёт появления сети.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Фоновая авто-синхронизация при появлении Wi-Fi (window.ononline).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Экран ошибки связи ServerOfflineScreen: диагностика и смена IP в 1 клик.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Очередь задач (Queue): рабочий видит следующий наряд, но не перегружен concurrent-задачами.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Транзакционные savepoints: исключение коллизий нумерации нарядов.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«НАРЯДAI» • АО «КОСТАНАЙСКИЕ МИНЕРАЛЫ» • СЛАЙД 6/10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Автономные ИИ-модули: Контроль качества и помощь персоналу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Практический ИИ без «галлюцинаций» и без задержек облачных запросов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⏱ Мониторинг дедлайнов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Фоновый планировщик deadlines.py проверяет сроки каждые 15 сек.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Предупреждение за 15 минут до истечения нормативного времени.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Авто-эскалация мастеру и звуковой сигнал при просрочке.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Предупреждение о срыве смены, если остаток времени &lt; нормы ремонта.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🧠 Локальный NLP-помощник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Анализ текста дефекта (на русском и казахском языках).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Авто-подсказка шифра поломки (КИ-1..КИ-4, МХ-1..МХ-6).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Авто-заполнение нормативной трудоёмкости ремонта.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Голосовой ввод наряда и голосовой отчёт о закрытии смены.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📷 5-балльный контроль фото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Перцептивный хэш dHash (разрешение 8x8, 64 бита).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 балл: выявлен дубликат / чужое фото из другого наряда.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2 балла: фото загружено слишком рано.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3 балла: идентичные фото «до» и «после» (работа не выполнена).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4-5 баллов: чистый, образцовый комплект снимков.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«НАРЯДAI» • АО «КОСТАНАЙСКИЕ МИНЕРАЛЫ» • СЛАЙД 7/10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Аналитика за 3 месяца: Детекция скрытых аномалий и контроль ТМЦ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Выявление хронических дефектов оборудования и нецелевого расхода материалов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⚙️ Аномалии оборудования и ППР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Анализ истории 600+ нарядов за 92 дня.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Выявление сбоев после планового ремонта (ППР):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Дробилка КМД-1750 и дымосос ВДН-12 — отказ подшипников через 3–5 дней после ППР (некачественная центровка/смазка).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Конвейер К-3 — хронический износ роликоопор (в 3.2 раза чаще нормы).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ИИ формирует конкретные рекомендации механику (ревизия, вибродиагностика).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📦 Контроль списания ТМЦ (Раздел 7 ТЗ)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Сопоставление фактического списания деталей с технологическими нормами.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Автоматическое выявление аномалий перерасхода &gt;40%.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Защита от списания избыточных подшипников, роликов и сальников.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Формирование реестра отклонений для службы снабжения.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Выгрузка аналитических отчётов в Excel за 1 клик.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«НАРЯДAI» • АО «КОСТАНАЙСКИЕ МИНЕРАЛЫ» • СЛАЙД 8/10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Сменный рапорт и рейтинг: Объективная оценка по формуле 6.6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Автоматический расчёт KPI без субъективизма и бумажных сводок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📋 Сменный рапорт за 3 секунды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ИИ-резюме смены: автоматический связный текст о ходе работ.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MTTR (Mean Time to Repair) — среднее время ремонта узлов.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Время реакции слесаря (от назначения до принятия наряда).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First-Time-Fix Rate — процент нарядов, сданных с первого раза.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Учет простоя оборудования и почасовая загрузка персонала.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Экспорт сменного рапорта в Excel для планерки.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🏆 Формула рейтинга 6.6 и Лидерборд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Балл = 0.35·Качество + 0.25·Сроки + 0.20·(100 - Повторы) + 0.15·Объём + 0.05·(100 - Отказы).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Чёткая дифференциация исполнителей: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Слесарь Ахметов: 1-е место (94 балла, 0 повторных дефектов).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• Слесарь Сериков: вскрыт систематический брак (70.6% повторных поломок узлов).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Рейтинг ремонтных бригад: Бригада №1 (77.4) vs Бригада №2 vs №3.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Основа для справедливого премирования и мотивации.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«НАРЯДAI» • АО «КОСТАНАЙСКИЕ МИНЕРАЛЫ» • СЛАЙД 9/10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Экономический эффект для АО «Костанайские Минералы»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Прямая финансовая выгода и окупаемость внедрения за 2 месяца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📉 Сокращение простоев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-18% внеплановых аварийных остановок оборудования.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Устранение 40 минут потерь времени на согласования в каждую смену.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Рост коэффициента технической готовности (КТГ) на 4.2%.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Экономический эффект: ~28 млн ₸ в год.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🛡 Снижение брака и ТМЦ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-35% повторных отказов оборудования после ремонта.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Предотвращение списания избыточных ТМЦ и перерасхода (&gt;40%).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Исключение аварий из-за некачественного ППР (КМД-1750, ВДН-12).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Экономический эффект: ~17 млн ₸ в год.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💰 Итоговая окупаемость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Суммарная экономия: ~45 млн ₸ в год.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Стоимость лицензий и API: 0 ₸ (100% On-Premise).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Капитальные затраты: стандартные защищенные смартфоны слесарей.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Срок полной окупаемости проекта: до 2 месяцев.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«НАРЯДAI» • АО «КОСТАНАЙСКИЕ МИНЕРАЛЫ» • СЛАЙД 10/10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План внедрения и готовность к масштабированию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Поэтапный запуск в промышленную эксплуатацию на подразделениях ГОКа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📅 Дорожная карта внедрения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Этап 1 (Недели 1–2): Пилотное внедрение на Дробильно-сортировочном комплексе (ДСК). Обучение 2 бригад.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Этап 2 (Недели 3–4): Интеграция с 1С:ТОИР и ЕК АСУ ГОП через готовый модуль шлюза.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Этап 3 (Месяц 2): Тиражирование на Обогатительную фабрику и горно-транспортный комплекс.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Этап 4 (Месяц 3): Подключение вибродиагностических датчиков и ML-прогнозирования остаточного ресурса.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✅ 100% готовность к демонстрации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Рабочий веб-интерфейс: http://localhost:8000 и по локальной сети.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Установочный пакет Android: naryad-ai.apk (4.0 МБ) с авто-экраном связи.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Генератор демонстрационных данных: 600+ нарядов за 92 дня.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Тестовые аккаунты: мастер (master1), слесари (ahmetov, serikov), механик (boss).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Готовый тайминг защиты на 7 минут со сквозным сценарием на смартфонах.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Код в GitHub: https://github.com/Tami6774/naryadai.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